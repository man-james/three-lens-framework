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THE THREE-LENS FRAMEWORK — Practitioner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9966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Everything you need to start today. Full framework: framework-v3-risks-mitigations.md  ·  Template: framework-v3-assessment-template.xlsx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</a:defRPr>
            </a:pPr>
            <a:r>
              <a:t>BEFORE YOU DEPLOY: The First Five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4754880" cy="3017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1. PL4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98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Inventory every agent workflow. Classify by autonomy &amp; consequence. Define do-not-automate.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27631"/>
            <a:ext cx="4754880" cy="3017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2. PL8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Train everyone who touches agents: spot hallucinations, calibrate trust, exercise override.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75104"/>
            <a:ext cx="4754880" cy="3017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3. OG3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93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Establish agent lifecycle governance. Who is accountable? Incident response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22576"/>
            <a:ext cx="4754880" cy="3017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4. PL5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408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Red-team before go-live. Prompt injection, jailbreak, tool abuse, multi-turn manipulation.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70048"/>
            <a:ext cx="4754880" cy="3017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883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5. HI1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88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Human approval gates on high-consequence actions. Bounded autonomy. Clear escalation.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IF ALREADY DEPLOYED: Phase 2 (Q2)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29000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</a:defRPr>
            </a:pPr>
            <a:r>
              <a:t>OG5 → SE3 → OG9 → PL7 → OG13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1188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OG5 — Continuous monitoring: task rates, hallucination, guardrail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76472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SE3 — Guardrails: injection detection, jailbreak classifiers, toxicity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41064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OG9 — Machine identities: unique accounts, least-privilege, credential rotation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05656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PL7 — Map all third-party dependencies; assess cascade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70248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OG13 — Automated inventory; detect shadow agents, orphans, permission creep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914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</a:defRPr>
            </a:pPr>
            <a:r>
              <a:t>TIER TRIAGE: Start with Critical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1280160"/>
            <a:ext cx="484632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1307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</a:defRPr>
            </a:pPr>
            <a:r>
              <a:t>15 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307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OP-AI: 1,2,3,8,14,15  ·  OP-MD: 2,5,7  ·  OR-GV:1  ·  SY-IE:1,2  ·  SY-CP:2,3,6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1737360"/>
            <a:ext cx="484632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37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Address after Critical tier is under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194560"/>
            <a:ext cx="484632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22219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31 Moderate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221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Address with standard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651760"/>
            <a:ext cx="484632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2679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84FC"/>
                </a:solidFill>
              </a:defRPr>
            </a:pPr>
            <a:r>
              <a:t>4 Emerging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679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Flag for Horizon 2-3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246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SCORING IN 30 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520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</a:defRPr>
            </a:pPr>
            <a:r>
              <a:t>5 Critical Exposure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5204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Nobody has thought about this risk.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374903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</a:defRPr>
            </a:pPr>
            <a:r>
              <a:t>4 Identified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74903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You know it's a risk. Nothing formal exists.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97763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</a:defRPr>
            </a:pPr>
            <a:r>
              <a:t>3 Defined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97763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Written down. Controls specified, not yet implemented.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4206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</a:defRPr>
            </a:pPr>
            <a:r>
              <a:t>2 Managed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42062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Controls in place with owners. Tested. Effectiveness unmeasured.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434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</a:defRPr>
            </a:pPr>
            <a:r>
              <a:t>1 Mitigated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434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Documented controls, tested regularly, demonstrably effective.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4800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84FC"/>
                </a:solidFill>
              </a:defRPr>
            </a:pPr>
            <a:r>
              <a:t>SYSTEMIC RISKS: 3 Things You Can Do 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5074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84FC"/>
                </a:solidFill>
              </a:defRPr>
            </a:pPr>
            <a:r>
              <a:t>H1 Monitor &amp; Disclose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0749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Track and publish your contribution (EX3)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2760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84FC"/>
                </a:solidFill>
              </a:defRPr>
            </a:pPr>
            <a:r>
              <a:t>H2 Engage &amp; Shape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2760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Join consortia, shape standards (EX1, EX2)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547725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84FC"/>
                </a:solidFill>
              </a:defRPr>
            </a:pPr>
            <a:r>
              <a:t>H3 Scenario 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547725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Stress-test strategy against systemic scenarios (EX4, EX5)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9436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Sources: Man (2022) MIT Thesis · MIT AIRI (1,366 incidents) · OWASP (2025-2026) · NIST AI RMF 1.0 &amp; GenAI Profile · EU AI Act · ISO/IEC 42001 · 27+ publications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92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Full taxonomy (87 risks): framework-v3-risks-mitigations.md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40" y="6492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Assessment template: framework-v3-assessment-template.xlsx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6492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Scoring rubrics: framework-v3-scoring-rubrics.md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693407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Executive briefing: framework-v3-executive-briefing.pptx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40" y="6693407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Risk register (CSV): framework-v3-risk-register.csv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6693407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</a:defRPr>
            </a:pPr>
            <a:r>
              <a:t>Summary of changes: framework-v3-summary.md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